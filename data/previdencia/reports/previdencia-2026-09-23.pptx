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Previdencia privada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23/09/2026 -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ve na casa; catalogo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218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226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ITAU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mesmo CNPJ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so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so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Classificacao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7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0575"/>
                <a:gridCol w="1784554"/>
                <a:gridCol w="1784554"/>
                <a:gridCol w="178455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Itau Private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Indexados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Data Alvo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Baixa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Alta Soberano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 de varejo na vitrine de 1+ concorrente e fora da vitrine da XP (por CNPJ); o catalogo Open Finance nao conta em nenhum dos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FUNDOS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fora da vitrine XP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mais de uma casa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VITRINE DA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218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base de comparacao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da para incluir)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Captacao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Esforco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Icatu Vanguarda POS Fixado FIRF Prev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High Yield Prev P Dist. BP Prev Fundo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M8 Capital Prev FICFIRF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Verde AM Icatu Prev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Icatu SEG Vanguarda FICFIRF Plus Prev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AZ Quest Prev Icatu Luce FICFIRF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Occam BP Prev FIRF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Icatu Vanguarda Absoluto Plus Qualificado FIRF Prev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deficit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(coleta indisponivel nesta execucao); Banco Inter (coleta indisponivel nesta execucao). Lista completa na planilha (aba Gaps 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propria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4113262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3894" y="2103120"/>
            <a:ext cx="341734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1825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70048"/>
            <a:ext cx="279102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1655" y="2670048"/>
            <a:ext cx="501795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Itau Private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236976"/>
            <a:ext cx="146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17178" y="3236976"/>
            <a:ext cx="122521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977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78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definicao e uma 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aplicacao minima - quartis mostram a forma da prateleira; media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8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718"/>
                <a:gridCol w="2182090"/>
                <a:gridCol w="2400300"/>
                <a:gridCol w="218209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Custo relativo a categoria nao calculado: nenhuma vitrine com cobertura suficiente de taxa comparavel. A taxa bruta nao entra no lugar dele - entre casas ela mede o mix da prateleira, nao o preco do produto.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saidas por casa; coletas suspeitas nao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865"/>
                <a:gridCol w="1177046"/>
                <a:gridCol w="1177046"/>
                <a:gridCol w="7062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Saidas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Observacao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propria casa (site, API do portal ou area logada). Open Finance = catalogo regulatorio, usado para enriquecer e como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(5 nesta coleta) ficam fora de toda analise; o inventario deles esta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area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Normalizacao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codigo: 445 de 449 fundos identificaveis (99%); a gestora vem do registro em 445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23/09/2026 - status ok; vitrine 218 de 223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23/09/2026 - status ok; vitrine 226 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23/09/2026 - status ok; vitrine 41 de 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23/09/2026 - status unavailable; vitrine 0 de 0; obs: Nenhuma vitrine publica de previdencia encontrada (2026-09-22).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23/09/2026 - status unavailable; vitrine 0 de 0; obs: Nenhuma vitrine publica de previdencia encontrada (2026-09-22).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