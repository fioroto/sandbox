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31/08/2026 -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ve na casa; catalogo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399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399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Exclusivos na vitrine (por CNPJ)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14800"/>
          <a:ext cx="5943600" cy="585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que so ela tem na vitrine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propria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7836408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399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44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definicao e uma 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taxa de administracao e mediana do minimo - quartis mostram a forma da prateleira; media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9" cy="585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1143000"/>
                <a:gridCol w="1371600"/>
                <a:gridCol w="1143000"/>
                <a:gridCol w="1828800"/>
                <a:gridCol w="16001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Taxa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Taxa mediana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Taxa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Cobertura CNPJ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4140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Taxa e a maxima publicada pela casa (mesma semantica do maxAdminFee do Open Finance). Celulas vazias = a fonte nao publica o campo.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saidas por casa; coletas suspeitas nao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865"/>
                <a:gridCol w="1177046"/>
                <a:gridCol w="1177046"/>
                <a:gridCol w="7062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Saidas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Observacao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visao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as casas; pre-operacional = registrado e ainda nao lancado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Pre-operacionais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pre-operacionais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TIJUCAS FUNDO DE INVESTIMENTO FINANCEIRO EM AÇÕES RESPONSABILIDADE 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2026-08-28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TUCUNARÉ FUNDO DE INVESTIMENTO FINANCEIRO EM AÇÕES RESPONSABILIDADE 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2026-08-28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FLEXPREV NTN-B 2035 ESSENZA FIF CIC RENDA FIXA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2026-08-28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FLEXPREV NTN-B 2040 ESSENZA FIF CIC RENDA FIXA RESPONSABILIDADE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2026-08-28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FLEXPREV NTN-B 2030 ESSENZA FIF CIC RENDA FIXA RESPONSABILIDADE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2026-08-28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BARZEL FUNDO DE INVESTIMENTO FINANCEIRO MULTIMERCADO CRÉDITO PRIVADO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2026-08-28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propria casa (site, API do portal ou area logada). Open Finance = catalogo regulatorio, usado para enriquecer e como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area logada &gt; API do portal &gt; navegador &gt; HTML; fontes que faltam preenchem, nunca sobrescrevem.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Normalizacao ANBIMA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nao aplicada - base de mercado nao importada (python -m shelf_monitor market).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31/08/2026 - status ok; vitrine 0 de 624; obs: fontes indisponiveis -&gt; playwright: nenhum fundo identificado no trafego JSON de https://www.xpi.com.br/investimentos/fu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31/08/2026 - status ok; vitrine 0 de 9818; obs: fontes indisponiveis -&gt; playwright: nenhum fundo identificado no trafego JSON de https://investimentos.btgpactual.com/fu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31/08/2026 - status ok; vitrine 0 de 1725; obs: fontes indisponiveis -&gt; html-scrape: HTTP 403 em https://www.itau.com.br/personnalite/investimentos/fundos/catalogo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31/08/2026 - status ok; vitrine 0 de 468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31/08/2026 - status ok; vitrine 399 de 399; obs: fontes indisponiveis -&gt; open-finance: https://api.openbanking.bancointer.com.br/open-banking/opendata-investments/v1/fun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