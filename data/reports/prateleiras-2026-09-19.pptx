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19/09/2026 -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773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6.604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ITAU (ION)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2.042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Diferenciais na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so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Classificacao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classificacao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catalogo Open Finance nao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(por presenca)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7998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6292"/>
                <a:gridCol w="1421780"/>
                <a:gridCol w="1170878"/>
                <a:gridCol w="836341"/>
                <a:gridCol w="752707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Menor min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Menor taxa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YIELD DI FI RF REF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CRED CORP I FIQ DE FI RF CP 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CDI FIC FIRF RF INVES EM INFRA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PACE LONG BIASED FIC DE FIA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SOLIS CAPITAL ANTARES CP FIC DE FIM 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Direitos Creditórios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R$ 1.000.000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 CONSERVADOR FUNDO DE INVESTIMENTO RF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Root Capital High Yield FICFIM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1,45%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LUCE FIC FI RF CP 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deficit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(Ion) (169)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publica coletada; o catalogo Open Finance nao conta como oferta).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5162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2258" y="2103120"/>
            <a:ext cx="6249428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99118" y="2103120"/>
            <a:ext cx="280489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58214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28846" y="2670048"/>
            <a:ext cx="609546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4898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Itau (Ion)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7931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9944" y="3236976"/>
            <a:ext cx="3489978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579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98884" y="3803904"/>
            <a:ext cx="635783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taxa de administracao e mediana do minimo - quartis mostram a forma da prateleira; media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143000"/>
                <a:gridCol w="1371600"/>
                <a:gridCol w="1143000"/>
                <a:gridCol w="1828800"/>
                <a:gridCol w="16001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mediana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Taxa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Minimo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Cobertura CNPJ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0,80%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1,40%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Taxa e a maxima publicada pela casa (mesma semantica do maxAdminFee do Open Finance). Celulas vazias = a fonte nao publica o campo.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ARX FII Portfólio Renda CDI+ RL, ASA Gauss, AZ Quest Altro Advisory FIC de F... Renda Fixa Pós-Fixado,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 FUNDO DE INVESTIMENTO FINANCEIRO EM ACOES, A1 D30 FICFIRF LP CrPr RL, A1 FICFIRF LP RL,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A1 Hedge Seleção Multimercado, AF Horizonte Multimercado, AF Invest Geraes 30 Renda Fixa Crédito Privado,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visao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as casas; pre-operacional = registrado e ainda nao lancado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Pre-operacionais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pre-operacionais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94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95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CRA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INDIANA II FUNDO DE INVESTIMENTO FINANCEIRO MULTIMERCADO CRÉDITO PRIVA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FEEDER I FUNDO DE INVESTIMENTO FINANCEIRO MULTIMERCADO CRÉ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ASSET MANAGEMENT S/A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STRATEGY FI FINANCEIRO MULTIMERCADO CRÉDITO PRIVADO PREVIDENCIÁRIO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GESTÃO DE RECURSOS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(3.616 nesta coleta) ficam fora de toda analise; o inventario deles esta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codigo: 9200 de 13486 fundos identificaveis (68%); a gestora vem do registro em 9.199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19/09/2026 - status ok; vitrine 668 de 781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19/09/2026 - status ok; vitrine 660 de 10073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19/09/2026 - status ok; vitrine 459 de 2179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19/09/2026 -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19/09/2026 - status ok; vitrine 466 de 466; obs: fontes indisponiveis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