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21/09/2026 -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numeros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ve na casa; catalogo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773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6.618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ITAU (ION)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2.042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so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so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Classificacao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7440"/>
                <a:gridCol w="1536699"/>
                <a:gridCol w="1536699"/>
                <a:gridCol w="1536699"/>
                <a:gridCol w="15366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Estruturado (sem classificacao ANBIMA)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Dinâmico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 de varejo na vitrine de 1+ concorrente e fora da vitrine da XP (por CNPJ); o catalogo Open Finance nao conta em nenhum dos 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FUNDOS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fora da vitrine XP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mais de uma casa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VITRINE DA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base de comparacao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da para incluir)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Captacao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Esforco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Safra Inteligencia Artificial 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+730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Mapfre Confianza Plus FIRF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+276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Kinea Atacama FIRF RL Subclasse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+95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Artax Endurance Dist.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V8 Mercury FIRF LP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AZ QUEST TR FIC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ALPHA GLOBAL FIC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IPCA NTNB35 FIF EM COTAS DE FUNDOS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deficit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 (53)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(sem vitrine publica coletada; o catalogo Open Finance nao conta como oferta). Lista completa na planilha (aba Gaps XP).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propria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123978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0415" y="2103120"/>
            <a:ext cx="6249428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87275" y="2103120"/>
            <a:ext cx="292332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70048"/>
            <a:ext cx="138190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52532" y="2670048"/>
            <a:ext cx="6071781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24898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Itau (Ion)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236976"/>
            <a:ext cx="1867469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8101" y="3236976"/>
            <a:ext cx="3501821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0506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803904"/>
            <a:ext cx="22127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1905" y="3803904"/>
            <a:ext cx="457954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98884" y="3803904"/>
            <a:ext cx="635783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5251" y="3767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definicao e uma 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relativo a categoria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Indice 1,00x = exatamente a mediana da categoria de cada fundo; o que decide e a diferenca ENTRE as casas, nao a distancia de 1,00x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6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5939"/>
                <a:gridCol w="1669773"/>
                <a:gridCol w="1043608"/>
                <a:gridCol w="1147969"/>
                <a:gridCol w="1774134"/>
                <a:gridCol w="166977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Indice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Caros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Baratos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Resgate ate D+1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Ticket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Indice = taxa do fundo dividida pela mediana da MESMA categoria no universo de varejo da CVM. Nenhuma casa cobra 60% acima do mercado: a vitrine exibe a classe de varejo, que carrega a camada de distribuicao, e o universo inclui classes sem 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saidas por casa; coletas suspeitas nao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865"/>
                <a:gridCol w="1177046"/>
                <a:gridCol w="1177046"/>
                <a:gridCol w="70622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Saidas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Observacao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visao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as casas; pre-operacional = registrado e ainda nao lancado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Pre-operacionais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pre-operacionais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94 CRA I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95 CRA I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CRA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INDIANA II FUNDO DE INVESTIMENTO FINANCEIRO MULTIMERCADO CRÉDITO PRIVA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FEEDER I FUNDO DE INVESTIMENTO FINANCEIRO MULTIMERCADO CRÉ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ASSET MANAGEMENT S/A DTVM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STRATEGY FI FINANCEIRO MULTIMERCADO CRÉDITO PRIVADO PREVIDENCIÁRIO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GESTÃO DE RECURSOS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propria casa (site, API do portal ou area logada). Open Finance = catalogo regulatorio, usado para enriquecer e como referencia.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(3.602 nesta coleta) ficam fora de toda analise; o inventario deles esta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area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Normalizacao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codigo: 9167 de 13486 fundos identificaveis (68%); a gestora vem do registro em 9.166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664 de 781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634 de 10073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458 de 2179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0 de 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466 de 466; obs: fontes indisponiveis -&gt; open-finance: HTTP 500 em https://api.openbanking.bancointer.com.br/open-banking/opendata-invest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